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ACADEMIC REVIEW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Secure Desktop Authentication and</a:t>
            </a:r>
            <a:br/>
            <a:r>
              <a:t>System Protection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3657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• Modern computer systems store sensitive personal, academic, and professional information requiring strong offline security.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• Traditional credential mechanisms like passwords/PINs are vulnerable to brute-force threats and local physical access.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• The proposed desktop security application combines user identity validation, monitoring, and database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6217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Times New Roman"/>
              </a:defRPr>
            </a:pPr>
            <a:r>
              <a:t>PROJECT GOAL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To develop a secure, privacy-focused desktop application that strengthens authentication and provides continuous protection against unauthorized access and suspicious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4114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Project Development Team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Times New Roman"/>
              </a:defRPr>
            </a:pPr>
            <a:r>
              <a:t>1. erolla rishvin reddy (24WU0103006)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Times New Roman"/>
              </a:defRPr>
            </a:pPr>
            <a:r>
              <a:t>2. yogamruth reddy guigilla (24WU0103019)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Times New Roman"/>
              </a:defRPr>
            </a:pPr>
            <a:r>
              <a:t>3. Nvari Yashwanth Reddy (24WU0104009)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Times New Roman"/>
              </a:defRPr>
            </a:pPr>
            <a:r>
              <a:t>4. Gayathri pocharam (24WU0104034)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Times New Roman"/>
              </a:defRPr>
            </a:pPr>
            <a:r>
              <a:t>5. Chakradhar muppuri (24WU0103020)</a:t>
            </a:r>
          </a:p>
          <a:p>
            <a:pPr>
              <a:spcAft>
                <a:spcPts val="1000"/>
              </a:spcAft>
              <a:defRPr sz="800">
                <a:solidFill>
                  <a:srgbClr val="E2E8F0"/>
                </a:solidFill>
                <a:latin typeface="Times New Roman"/>
              </a:defRPr>
            </a:pPr>
            <a:r>
              <a:t>——————————————————————————————</a:t>
            </a:r>
          </a:p>
          <a:p>
            <a:pPr>
              <a:spcAft>
                <a:spcPts val="200"/>
              </a:spcAft>
              <a:defRPr sz="850" b="1">
                <a:solidFill>
                  <a:srgbClr val="2563EB"/>
                </a:solidFill>
                <a:latin typeface="Times New Roman"/>
              </a:defRPr>
            </a:pPr>
            <a:r>
              <a:t>PROJECT MENTOR:</a:t>
            </a:r>
          </a:p>
          <a:p>
            <a:pPr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t>Professor Meher Gayatri Devi Tiwari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PROJECT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Primary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design and develop a secure desktop authentication system for preventing unauthorized access.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provide an additional security layer beyond conventional username-password authentication.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monitor important security-related activities occurring on the system.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detect and record suspicious or unauthorized access attempts.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maintain a local security event log for reviewing authentication and system-security activities.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design the application using a local-first approach, reducing unnecessary dependence on cloud servers.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provide a simple and accessible interface for managing settings and viewing security events.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To develop a modular architecture that can support additional mechanisms in future versions.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Shield Daemon Status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Local Vault Encryption: AES-256 Enabled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Watchdog Subsystem: Monitoring Active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Security Integrity: 100% Secure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Existing Authentication &amp; Security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1. Password-Based Authentication: Commonly used but vulnerable to weak passwords, credential theft, phishing, and brute-force attacks.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2. Multi-Factor Authentication (MFA): Combines passwords, OTPs, or biometrics. Stronger security but introduces external dependency risks.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3. Biometric Authentication: Convenient fingerprint/facial verification, though requires secure hardware containment parameters.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4. Operating-System Security: OS provides native monitors, but access controls are often distributed across distinct subsystems.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6217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Identified Research Gap</a:t>
            </a:r>
          </a:p>
          <a:p>
            <a:pPr>
              <a:lnSpc>
                <a:spcPct val="135000"/>
              </a:lnSpc>
              <a:defRPr sz="950">
                <a:solidFill>
                  <a:srgbClr val="475569"/>
                </a:solidFill>
                <a:latin typeface="Times New Roman"/>
              </a:defRPr>
            </a:pPr>
            <a:r>
              <a:t>There is scope for a lightweight, privacy-focused desktop security application that integrates additional authentication controls, security monitoring, and event logging while keeping core user data locally on the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Security Challenge Verification</a:t>
            </a:r>
          </a:p>
          <a:p>
            <a:pPr>
              <a:lnSpc>
                <a:spcPct val="135000"/>
              </a:lnSpc>
              <a:defRPr sz="950">
                <a:solidFill>
                  <a:srgbClr val="475569"/>
                </a:solidFill>
                <a:latin typeface="Times New Roman"/>
              </a:defRPr>
            </a:pPr>
            <a:r>
              <a:t>Visualizing the multi-factor user challenges and local password/biometric validation states locally.</a:t>
            </a:r>
            <a:br/>
            <a:br/>
            <a:r>
              <a:t>PIN Verification: Ready</a:t>
            </a:r>
            <a:br/>
            <a:r>
              <a:t>Biometric Key: Idle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CORE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System Workflow &amp;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1 — Application Initialization: Security application starts and configures monitoring modules.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2 — User Authentication: Verifies identity using biometrics or local credentials.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3 — Authentication Decision: Valid authentication grants entry; invalid attempts trigger audit logs.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4 — Security Monitoring: Continuously audits folder paths and registry events.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5 — Suspicious Activity Detection: Custom rules evaluate registry edits or changes.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6 — Security Response: Restricts access, displays warning cards, and secures folders.</a:t>
            </a:r>
          </a:p>
          <a:p>
            <a:pPr>
              <a:spcAft>
                <a:spcPts val="6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Step 7 — Local Event Logging: Stores all transactions securely in local SQLite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Core Methodology Sequence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t>Authentication &amp; Verification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475569"/>
                </a:solidFill>
                <a:latin typeface="Times New Roman"/>
              </a:defRPr>
            </a:pPr>
            <a:r>
              <a:t>▼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t>Access Control Gateway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475569"/>
                </a:solidFill>
                <a:latin typeface="Times New Roman"/>
              </a:defRPr>
            </a:pPr>
            <a:r>
              <a:t>▼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t>Real-Time Monitoring Thread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475569"/>
                </a:solidFill>
                <a:latin typeface="Times New Roman"/>
              </a:defRPr>
            </a:pPr>
            <a:r>
              <a:t>▼</a:t>
            </a:r>
          </a:p>
          <a:p>
            <a:pPr algn="ctr">
              <a:spcAft>
                <a:spcPts val="400"/>
              </a:spcAft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t>Response Actions &amp; SQLite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System Architecture &amp;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Proposed System Modules: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User Interface Layer: Login/authentication window, dashboard console, settings, and logs viewer.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Authentication Module: Identity verification, credential validation, and biometric mapping.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Security Monitoring Module: Directory path watchdogs, registry observers, anomaly filters.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• Data Management Layer: Encrypted SQLite databases, configurations, local security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Implementation Phases Roadmap: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1. Requirement Analysis: Scope objectives and use-case parameters.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2. System Design: Layout db schemas and wireframe dashboards.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3. Authentication Development: Build credential algorithms.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4. Monitoring Integration: Code file system hooks &amp; observers.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5. Security Logging: Integrate SQLCipher database routines.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6. Interface Construction: Code front-end dashboard panels.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7. Module Integration: Assemble individual components.</a:t>
            </a:r>
          </a:p>
          <a:p>
            <a:pPr>
              <a:spcAft>
                <a:spcPts val="4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8. Verification &amp; Testing: Audit usability, speed, and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Expected Project Outcomes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A functional prototype of a desktop-based authentication and security application.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Secure authentication for verifying authorized users.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Detection and recording of failed or suspicious authentication attempts.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Monitoring of selected security-related system activities.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A centralized desktop dashboard for viewing security information.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Secure local storage of settings, logs, and user credentials.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Reduced dependence on continuous internet connectivity for core operations.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Improved user privacy through local-first storage design.</a:t>
            </a:r>
          </a:p>
          <a:p>
            <a:pPr>
              <a:spcAft>
                <a:spcPts val="500"/>
              </a:spcAft>
              <a:defRPr sz="900">
                <a:solidFill>
                  <a:srgbClr val="475569"/>
                </a:solidFill>
                <a:latin typeface="Times New Roman"/>
              </a:defRPr>
            </a:pPr>
            <a:r>
              <a:t>• Scalable architecture that supports additional security controls in future releases.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Expected Project Benefits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ENHANCED SECURITY: Hardens login verification locally.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LOCAL DATA CONTROL: Restricts data leaks via offline vault storage.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IMPROVED PRIVACY: Minimizes external data sharing.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SECURITY VISIBILITY: Detailed, readable audit logs.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EXTENSIBILITY: Easy updates to multi-factor protocols.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Future Enhancements &amp; Long-Term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Integration of advanced multi-factor authentication (MFA) tokens.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Support for additional biometric methods (e.g. facial recognition APIs).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Intelligent anomaly detection utilizing light machine learning patterns.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Advanced security analytics, reports, and administrative panels.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Encrypted cloud backup as an optional, zero-knowledge synced service.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Remote administrative notifications and central device pairing.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Times New Roman"/>
              </a:defRPr>
            </a:pPr>
            <a:r>
              <a:t>• Cross-platform support for Linux and macOS operating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🌟</a:t>
            </a:r>
            <a:br/>
            <a:br/>
            <a:r>
              <a:t>Comprehensive Security Platform</a:t>
            </a:r>
          </a:p>
          <a:p>
            <a:pPr>
              <a:lnSpc>
                <a:spcPct val="130000"/>
              </a:lnSpc>
              <a:defRPr sz="950">
                <a:solidFill>
                  <a:srgbClr val="475569"/>
                </a:solidFill>
                <a:latin typeface="Times New Roman"/>
              </a:defRPr>
            </a:pPr>
            <a:r>
              <a:t>To evolve the project from a standalone desktop authentication application into a comprehensive endpoint security platform, while maintaining a local-first approach for core security and privacy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Times New Roman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imes New Roman"/>
              </a:defRPr>
            </a:pPr>
            <a:r>
              <a:t>References &amp;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1. NIST, Digital Identity Guidelines — Authentication and Lifecycle Management, SP 800-63B.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2. NIST, Zero Trust Architecture guidelines, SP 800-207.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3. OWASP Foundation, Authentication Cheat Sheet guidelines.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4. OWASP Foundation, Multifactor Authentication Cheat Sheet principles.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5. Microsoft Windows, Security and Identity Access management documentations.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6. SQLite Consortium, SQLite local database engine security parameters.</a:t>
            </a:r>
          </a:p>
          <a:p>
            <a:pPr>
              <a:spcAft>
                <a:spcPts val="800"/>
              </a:spcAft>
              <a:defRPr sz="919">
                <a:solidFill>
                  <a:srgbClr val="475569"/>
                </a:solidFill>
                <a:latin typeface="Times New Roman"/>
              </a:defRPr>
            </a:pPr>
            <a:r>
              <a:t>7. Academic IEEE &amp; ACM research papers on desktop authentication and endpoint security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Times New Roman"/>
              </a:defRPr>
            </a:pPr>
            <a:r>
              <a:t>Reference Verifications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[ QR CODE SCAN CARD ]</a:t>
            </a:r>
            <a:br/>
            <a:br/>
            <a:r>
              <a:t>Verify external publication database indices for academic review validation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