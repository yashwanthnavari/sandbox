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u="none">
                <a:solidFill>
                  <a:srgbClr val="00F2FE"/>
                </a:solidFill>
                <a:latin typeface="Montserrat"/>
              </a:defRPr>
            </a:pPr>
            <a:r>
              <a:t>UNIVERSITY PROJECT DEFENSE  |  COMPUTER SCIENCE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Secure Desktop Authentication &amp;</a:t>
            </a:r>
            <a:br/>
            <a:r>
              <a:t>System Protection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  <a:latin typeface="Inter"/>
              </a:defRPr>
            </a:pPr>
            <a:r>
              <a:t>A lightweight, privacy-focused endpoint security shield combining client-first user verification, continuous filesystem auditing, and real-time process watchdogs.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PRESENTER: Lead Developer &amp; Designer</a:t>
            </a:r>
          </a:p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t>AUDIENCE: University Department Evaluation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943600"/>
            <a:ext cx="10362895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The Core Security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Why Desktop Security is Neglected</a:t>
            </a:r>
          </a:p>
          <a:p>
            <a:pPr>
              <a:lnSpc>
                <a:spcPct val="140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While enterprise systems invest heavily in remote network firewalls and cloud log aggregation, local endpoint vulnerability remains highly critical. </a:t>
            </a:r>
            <a:br/>
            <a:br/>
            <a:r>
              <a:t>Modern computers host highly sensitive personal, academic, and financial files. Traditional lock screen controls are easily bypassed or surveilled, exposing user devices to unchecked background activities once initial authentication succeeds.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128016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1. Password &amp; PIN Vulnerabilities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Conventional lock mechanisms are highly vulnerable to credential theft, shoulder surfing, thermal imaging, and brute-force cracking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108960"/>
            <a:ext cx="5394960" cy="128016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2. Unattended Post-Auth Access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Once unlocked, standard operating systems offer no secondary verification. If a user leaves the desk, directories are open to immediate physical tampering.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572000"/>
            <a:ext cx="5394960" cy="128016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3. Cloud Over-Reliance &amp; Privacy Leaks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Existing endpoint security suites require constant telemetry output, uploading personal system actions to remote servers and breaking offline user sovereignty.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Why We Built this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Existing local security utilities demand a compromise between comprehensive system auditing and personal data privacy. We sought to eliminate this compromise by engineering a local-first security platform that guarantees zero telemetry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347472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1. Complete Data Sovereignty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Every credential hash, application log, system audit line, and shield configuration remains in offline local databases. Users retain total ownership of their security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3291840" cy="347472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2. Real-Time Telemetry Logs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Immediate desktop auditing detects changes in targeted system files and monitors command invocations. Anomalies raise security alerts instantly without server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291840" cy="347472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3. Offline Resilience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Allows air-gapped computers, secure research laboratories, or remote devices lacking consistent internet connectivity to operate under complete cryptographic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Existing Security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A review of modern client access controls indicates that existing strategies are either isolated at initial sign-on or require heavy external cloud server dependecies.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91840" cy="3657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OS Built-in Controls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Standard Windows/Linux operating systems offer reliable local login frameworks but distribute system log events across fragmented registries. They lack a unified interface for active monitoring or custom responsive script 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291840" cy="3657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Biometrics &amp; Hardware Keys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Biometric keys (Windows Hello, TouchID) provide strong initial authentication barriers. However, they require compatible specialized hardware, do not offer continuous folder protection, and biometric signatures cannot be revoked if compromised.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286000"/>
            <a:ext cx="3291840" cy="3657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Enterprise Endpoint Agents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High-end corporate security applications (EDRs) run continuous system observers to block malicious commands. However, they are complex, expensive, and rely heavily on central cloud consoles to aggregate telemetry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System Deficiencies in Current Access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No Continuous Verification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Once the initial password or biometric check is completed, the system assumes the authorized user remains in front of the screen indefinitely. Unlocked consoles can be abused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Forced Cloud Integration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Most current anti-intrusion applications aggregate system events via external APIs. In lack of internet access, security functions are disabled, and private user details are exposed to third-party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High System Resource Overhead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Enterprise EDR software runs complex analysis daemons that continuously scan local storage, resulting in high RAM consumption and noticeable processing latency on standard personal computers.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Fragmented Configuration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Operating system audit logs, access rule files, folder locks, and alert profiles reside in separate administrative tools, making security management complex for non-technical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Local-First Desktop Security &amp; System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The SecureDesktop Architecture</a:t>
            </a:r>
          </a:p>
          <a:p>
            <a:pPr>
              <a:lnSpc>
                <a:spcPct val="140000"/>
              </a:lnSpc>
              <a:defRPr sz="1000">
                <a:solidFill>
                  <a:srgbClr val="94A3B8"/>
                </a:solidFill>
                <a:latin typeface="Inter"/>
              </a:defRPr>
            </a:pPr>
            <a:r>
              <a:t>This project introduces a desktop-based application that establishes an independent security layer on top of native OS controls. </a:t>
            </a:r>
            <a:br/>
            <a:br/>
            <a:r>
              <a:t>By integrating secure user authentication, directory observers, process monitors, and automated script blocks inside a lightweight local runtime, the application ensures high-fidelity protection. Core telemetry and configuration registers are stored offline in encrypted SQLite files, keeping all activities private.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Layer 1: Secure Authentication Shell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Standalone credential gate utilizing PBKDF2 hashing with unique salts, protecting the desktop workspace.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120640" cy="128016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Layer 2: Asynchronous Watchdog Service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Continuous system event monitor tracking modifications in key folders and execution of command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5120640" cy="128016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Layer 3: Responsive Event Log &amp; Executor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Saves threat entries locally and fires automated local lockdown scripts if brute-force or folder breaches occur.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Engineering and Operational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1. Secure Desktop Access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Implement a secondary cryptographic authentication shell to verify authorized users, featuring brute-force prevention and login timeouts.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2. Real-Time Directory Monitoring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Track file operations and directory adjustments asynchronously, capturing background reads and writes to sensitive user directories.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3. Autonomous Local Response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Establish heuristic rule models that automatically fire lockdown scripts, logouts, or security alert overlays when anomalies arise.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4. Offline-First Privacy Database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Design the local storage engine around SQLite, ensuring all credentials, logs, and metadata stay on-device without cloud telemetry leaks.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Modular Component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108960" cy="43891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USER INTERFACE LAYER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Provides administrative controls and system views.</a:t>
            </a:r>
            <a:br/>
            <a:br/>
            <a:r>
              <a:t>- Login Shell UI</a:t>
            </a:r>
            <a:br/>
            <a:r>
              <a:t>- Security Status Dashboard</a:t>
            </a:r>
            <a:br/>
            <a:r>
              <a:t>- Active Shield Controls</a:t>
            </a:r>
            <a:br/>
            <a:r>
              <a:t>- System Event Log Viewer</a:t>
            </a:r>
            <a:br/>
            <a:br/>
            <a:r>
              <a:t>Framework: C# WPF / Electron shell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128016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Authentication Module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Validates user signatures, controls attempt counters, and triggers lockout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291840" cy="128016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System Monitoring Module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Watches directories via FileSystemWatcher and audits process executions.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754880"/>
            <a:ext cx="3291840" cy="128016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Detection &amp; Response Engine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Applies heuristic rules and initiates active lockdown command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108960" cy="43891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LOCAL DATA LAYER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Sovereign storage repository running locally on disk.</a:t>
            </a:r>
            <a:br/>
            <a:br/>
            <a:r>
              <a:t>- SQLite Database File</a:t>
            </a:r>
            <a:br/>
            <a:r>
              <a:t>- Encrypted User Hashes</a:t>
            </a:r>
            <a:br/>
            <a:r>
              <a:t>- Watchdog Event Logs</a:t>
            </a:r>
            <a:br/>
            <a:r>
              <a:t>- Local Configuration File</a:t>
            </a:r>
            <a:br/>
            <a:br/>
            <a:r>
              <a:t>Database: SQLite (AES-256)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3566160"/>
            <a:ext cx="54864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3566160"/>
            <a:ext cx="548640" cy="18288"/>
          </a:xfrm>
          <a:prstGeom prst="rect">
            <a:avLst/>
          </a:prstGeom>
          <a:solidFill>
            <a:srgbClr val="05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The Event Lifecycle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371600" cy="329184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00F2FE"/>
                </a:solidFill>
                <a:latin typeface="Montserrat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Initialize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Daemon launches memory rings and registers folder hooks.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3474720"/>
            <a:ext cx="18288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011680"/>
            <a:ext cx="1371600" cy="329184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7F00FF"/>
                </a:solidFill>
                <a:latin typeface="Montserrat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Auth Gate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Desktop lock shell requests credentials.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474720"/>
            <a:ext cx="18288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2011680"/>
            <a:ext cx="1371600" cy="329184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00F2FE"/>
                </a:solidFill>
                <a:latin typeface="Montserrat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Decision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Hashes are verified. Invalid attempts block logins.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474720"/>
            <a:ext cx="18288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2011680"/>
            <a:ext cx="1371600" cy="329184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7F00FF"/>
                </a:solidFill>
                <a:latin typeface="Montserrat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Watchdog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Background agent observes folder and command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474720"/>
            <a:ext cx="18288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0" y="2011680"/>
            <a:ext cx="1371600" cy="329184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00F2FE"/>
                </a:solidFill>
                <a:latin typeface="Montserrat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Detect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Heuristic checks raise threat alerts on anomalies.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474720"/>
            <a:ext cx="18288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1371600" cy="329184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7F00FF"/>
                </a:solidFill>
                <a:latin typeface="Montserrat"/>
              </a:defRPr>
            </a:pPr>
            <a:r>
              <a:t>06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Response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Executes defensive tasks or locks workspaces.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3474720"/>
            <a:ext cx="18288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0" y="2011680"/>
            <a:ext cx="1371600" cy="329184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00F2FE"/>
                </a:solidFill>
                <a:latin typeface="Montserrat"/>
              </a:defRPr>
            </a:pPr>
            <a:r>
              <a:t>07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Archiving</a:t>
            </a:r>
          </a:p>
          <a:p>
            <a:pPr>
              <a:lnSpc>
                <a:spcPct val="130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Encrypts and appends events into local SQLite.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Core Development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Application Core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Languages: C# / Python</a:t>
            </a:r>
            <a:br/>
            <a:br/>
            <a:r>
              <a:t>- Managed runtime environment provides high memory safety and low execution footprint.</a:t>
            </a:r>
            <a:br/>
            <a:r>
              <a:t>- Native OS integration using Windows Win32 API and Linux udev monitoring libraries.</a:t>
            </a:r>
            <a:br/>
            <a:r>
              <a:t>- Asynchronous execution loops handle heavy file tasks without UI stuttering.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Local Storage Engine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Database: SQLite</a:t>
            </a:r>
            <a:br/>
            <a:br/>
            <a:r>
              <a:t>- Relational local storage file loaded directly from disk.</a:t>
            </a:r>
            <a:br/>
            <a:r>
              <a:t>- Encrypted columns via SQLite encryption extension (AES-256 standard).</a:t>
            </a:r>
            <a:br/>
            <a:r>
              <a:t>- Stores user credential configurations, threat signatures, file history, and audit log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7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User Interface Shell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Framework: WPF / Electron</a:t>
            </a:r>
            <a:br/>
            <a:br/>
            <a:r>
              <a:t>- Desktop-native design rendering beautiful controls using DirectX.</a:t>
            </a:r>
            <a:br/>
            <a:r>
              <a:t>- Separates UI execution thread from background system monitors to maintain zero lag.</a:t>
            </a:r>
            <a:br/>
            <a:r>
              <a:t>- Features responsive glassmorphic interfaces and dark-mode optimization.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Application Security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Brute-Force Lock Shield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Monitors local authentication attempts. Crossing a threshold of 3 failed checks suspends keyboard logins for 5 minutes, records timestamp events, and captures photo inputs of unauthorized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Continuous System Watchdog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Observes background processes, registry edits, and file accesses in user-defined folders. If an unrecognized background task attempts to read key files, the engine flags it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7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Active Script Blocking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Integrates administrative command triggers. Allows developers and users to hook custom PowerShell or Bash scripts that execute instantly if folder or login violations occur.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MODULE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Structural Breakdowns &amp; Interactions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1. User Interface Layer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Provides the desktop settings panel, administrative audit search, security score indicators, and overlay login lockouts.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371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2. Cryptographic Auth Gate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Executes PBKDF2 salting verification on passwords, manages lock intervals, and stores secret keys locally.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1371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3. System Monitoring Module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Asynchronously monitors system events, registry modifications, and folder updates via system API 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120640" cy="137160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4. Response Orchestration Engine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Triggers local desktop locks, stops processes, and runs PowerShell script overlays when heuristics fire.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937760"/>
            <a:ext cx="5120640" cy="13716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5. Local Database Manager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Encapsulates all local read/write queries to the encrypted SQLite DB, ensuring thread-safe logging of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Structured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I: Foundation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Requirement checks, threat profiling, and database scheme designs.</a:t>
            </a:r>
            <a:br/>
            <a:br/>
            <a:r>
              <a:t>- Scope System Metrics</a:t>
            </a:r>
            <a:br/>
            <a:r>
              <a:t>- Design DB Schemas</a:t>
            </a:r>
            <a:br/>
            <a:r>
              <a:t>- Map API Access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7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II: Engine Core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Developing local authentication gates and monitoring drivers.</a:t>
            </a:r>
            <a:br/>
            <a:br/>
            <a:r>
              <a:t>- PBKDF2 Hashing</a:t>
            </a:r>
            <a:br/>
            <a:r>
              <a:t>- Register File Watchdogs</a:t>
            </a:r>
            <a:br/>
            <a:r>
              <a:t>- Lockout State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III: Integration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Connecting UI dashboard to loggers and response scripts.</a:t>
            </a:r>
            <a:br/>
            <a:br/>
            <a:r>
              <a:t>- WPF Interface Setup</a:t>
            </a:r>
            <a:br/>
            <a:r>
              <a:t>- Log SQLite Integration</a:t>
            </a:r>
            <a:br/>
            <a:r>
              <a:t>- PowerShell Script Hook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IV: Deployment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Penetration testing, footprint checks, and optimization loops.</a:t>
            </a:r>
            <a:br/>
            <a:br/>
            <a:r>
              <a:t>- Simulated Brute-force Attacks</a:t>
            </a:r>
            <a:br/>
            <a:r>
              <a:t>- Memory Profile Checks</a:t>
            </a:r>
            <a:br/>
            <a:r>
              <a:t>- Final Defense Tuning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The SecureDesktop Dashboard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0B0F1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448495" cy="411480"/>
          </a:xfrm>
          <a:prstGeom prst="rect">
            <a:avLst/>
          </a:prstGeom>
          <a:solidFill>
            <a:srgbClr val="11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192" y="177393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77393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5376" y="177393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719072"/>
            <a:ext cx="7619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ontserrat"/>
              </a:defRPr>
            </a:pPr>
            <a:r>
              <a:t>SecureDesktop Shield v1.0.4 - Local Console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5615" y="1737360"/>
            <a:ext cx="1371600" cy="228600"/>
          </a:xfrm>
          <a:prstGeom prst="roundRect">
            <a:avLst/>
          </a:prstGeom>
          <a:solidFill>
            <a:srgbClr val="053228"/>
          </a:solidFill>
          <a:ln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5F0C8"/>
                </a:solidFill>
                <a:latin typeface="Montserrat"/>
              </a:defRPr>
            </a:pPr>
            <a:r>
              <a:t>SHIELD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057400"/>
            <a:ext cx="2011680" cy="3977640"/>
          </a:xfrm>
          <a:prstGeom prst="rect">
            <a:avLst/>
          </a:prstGeom>
          <a:solidFill>
            <a:srgbClr val="0D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28600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F2FE"/>
                </a:solidFill>
                <a:latin typeface="Inter"/>
              </a:defRPr>
            </a:pPr>
            <a:r>
              <a:t>Dashboard (Active)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974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Shield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Configurations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204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Database 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240280"/>
            <a:ext cx="2103120" cy="868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800" b="1">
                <a:solidFill>
                  <a:srgbClr val="05F0C8"/>
                </a:solidFill>
                <a:latin typeface="Montserrat"/>
              </a:defRPr>
            </a:pPr>
            <a:r>
              <a:t>ACTIVE</a:t>
            </a:r>
          </a:p>
          <a:p>
            <a:pPr algn="ctr">
              <a:defRPr sz="850" b="1">
                <a:solidFill>
                  <a:srgbClr val="FFFFFF"/>
                </a:solidFill>
                <a:latin typeface="Inter"/>
              </a:defRPr>
            </a:pPr>
            <a:r>
              <a:t>SHIELD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240280"/>
            <a:ext cx="2103120" cy="868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800" b="1">
                <a:solidFill>
                  <a:srgbClr val="7F00FF"/>
                </a:solidFill>
                <a:latin typeface="Montserrat"/>
              </a:defRPr>
            </a:pPr>
            <a:r>
              <a:t>0</a:t>
            </a:r>
          </a:p>
          <a:p>
            <a:pPr algn="ctr">
              <a:defRPr sz="850" b="1">
                <a:solidFill>
                  <a:srgbClr val="FFFFFF"/>
                </a:solidFill>
                <a:latin typeface="Inter"/>
              </a:defRPr>
            </a:pPr>
            <a:r>
              <a:t>THREATS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240280"/>
            <a:ext cx="2103120" cy="8686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800" b="1">
                <a:solidFill>
                  <a:srgbClr val="00F2FE"/>
                </a:solidFill>
                <a:latin typeface="Montserrat"/>
              </a:defRPr>
            </a:pPr>
            <a:r>
              <a:t>3</a:t>
            </a:r>
          </a:p>
          <a:p>
            <a:pPr algn="ctr">
              <a:defRPr sz="850" b="1">
                <a:solidFill>
                  <a:srgbClr val="FFFFFF"/>
                </a:solidFill>
                <a:latin typeface="Inter"/>
              </a:defRPr>
            </a:pPr>
            <a:r>
              <a:t>ACTIVE WATCHDOGS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291840"/>
            <a:ext cx="3291840" cy="246888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Shield Watchdog Controls</a:t>
            </a:r>
          </a:p>
          <a:p>
            <a:pPr>
              <a:spcAft>
                <a:spcPts val="400"/>
              </a:spcAft>
              <a:defRPr sz="850">
                <a:solidFill>
                  <a:srgbClr val="05F0C8"/>
                </a:solidFill>
                <a:latin typeface="Inter"/>
              </a:defRPr>
            </a:pPr>
            <a:r>
              <a:t>- Brute-Force Guard: ACTIVE</a:t>
            </a:r>
          </a:p>
          <a:p>
            <a:pPr>
              <a:spcAft>
                <a:spcPts val="400"/>
              </a:spcAft>
              <a:defRPr sz="850">
                <a:solidFill>
                  <a:srgbClr val="05F0C8"/>
                </a:solidFill>
                <a:latin typeface="Inter"/>
              </a:defRPr>
            </a:pPr>
            <a:r>
              <a:t>- Continuous Folder Observers: ACTIVE</a:t>
            </a:r>
          </a:p>
          <a:p>
            <a:pPr>
              <a:spcAft>
                <a:spcPts val="400"/>
              </a:spcAft>
              <a:defRPr sz="850">
                <a:solidFill>
                  <a:srgbClr val="05F0C8"/>
                </a:solidFill>
                <a:latin typeface="Inter"/>
              </a:defRPr>
            </a:pPr>
            <a:r>
              <a:t>- PowerShell Alert Scripts: ACTIVE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  <a:latin typeface="Inter"/>
              </a:defRPr>
            </a:pPr>
            <a:r>
              <a:t>- USB Blocker Service: DISABLED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3291840"/>
            <a:ext cx="3474720" cy="2468880"/>
          </a:xfrm>
          <a:prstGeom prst="rect">
            <a:avLst/>
          </a:prstGeom>
          <a:solidFill>
            <a:srgbClr val="07090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200"/>
              </a:spcAft>
              <a:defRPr sz="750">
                <a:solidFill>
                  <a:srgbClr val="64748B"/>
                </a:solidFill>
                <a:latin typeface="Consolas"/>
              </a:defRPr>
            </a:pPr>
            <a:r>
              <a:t>[INFO] 20:17:18 - Application started.</a:t>
            </a:r>
          </a:p>
          <a:p>
            <a:pPr>
              <a:spcAft>
                <a:spcPts val="200"/>
              </a:spcAft>
              <a:defRPr sz="750">
                <a:solidFill>
                  <a:srgbClr val="64748B"/>
                </a:solidFill>
                <a:latin typeface="Consolas"/>
              </a:defRPr>
            </a:pPr>
            <a:r>
              <a:t>[INFO] 20:17:18 - SQLite connected (1.4MB).</a:t>
            </a:r>
          </a:p>
          <a:p>
            <a:pPr>
              <a:spcAft>
                <a:spcPts val="200"/>
              </a:spcAft>
              <a:defRPr sz="750">
                <a:solidFill>
                  <a:srgbClr val="05F0C8"/>
                </a:solidFill>
                <a:latin typeface="Consolas"/>
              </a:defRPr>
            </a:pPr>
            <a:r>
              <a:t>[AUTH] 20:17:20 - Local user verified. Desktop Unlocked.</a:t>
            </a:r>
          </a:p>
          <a:p>
            <a:pPr>
              <a:spcAft>
                <a:spcPts val="200"/>
              </a:spcAft>
              <a:defRPr sz="750">
                <a:solidFill>
                  <a:srgbClr val="00F2FE"/>
                </a:solidFill>
                <a:latin typeface="Consolas"/>
              </a:defRPr>
            </a:pPr>
            <a:r>
              <a:t>[MONITOR] 20:17:22 - Observer started on C:\Users\User</a:t>
            </a:r>
          </a:p>
          <a:p>
            <a:pPr>
              <a:spcAft>
                <a:spcPts val="200"/>
              </a:spcAft>
              <a:defRPr sz="750">
                <a:solidFill>
                  <a:srgbClr val="00F2FE"/>
                </a:solidFill>
                <a:latin typeface="Consolas"/>
              </a:defRPr>
            </a:pPr>
            <a:r>
              <a:t>[MONITOR] 20:17:25 - Read: C:\Users\User\notes.txt</a:t>
            </a:r>
          </a:p>
          <a:p>
            <a:pPr>
              <a:spcAft>
                <a:spcPts val="200"/>
              </a:spcAft>
              <a:defRPr sz="750">
                <a:solidFill>
                  <a:srgbClr val="64748B"/>
                </a:solidFill>
                <a:latin typeface="Consolas"/>
              </a:defRPr>
            </a:pPr>
            <a:r>
              <a:t>[SYSTEM] 20:17:30 - Watchdog threads idle. Status nominal.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Verification and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Key Project Deliverables</a:t>
            </a:r>
          </a:p>
          <a:p>
            <a:pPr>
              <a:lnSpc>
                <a:spcPct val="140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Our implementation verifies that local endpoint protection and directory auditing can run effectively without external server dependencies. </a:t>
            </a:r>
            <a:br/>
            <a:br/>
            <a:r>
              <a:t>We successfully completed testing under simulated dictionary login attacks, file operations, and blacklisted registry modifications. The system locked down the workspace within milliseconds of violation thresholds, recording all diagnostic data locally.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800" b="1">
                <a:solidFill>
                  <a:srgbClr val="00F2FE"/>
                </a:solidFill>
                <a:latin typeface="Montserrat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FFFFFF"/>
                </a:solidFill>
                <a:latin typeface="Inter"/>
              </a:defRPr>
            </a:pPr>
            <a:r>
              <a:t>LOCAL PRIVACY SOVEREIGNTY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120640" cy="128016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800" b="1">
                <a:solidFill>
                  <a:srgbClr val="7F00FF"/>
                </a:solidFill>
                <a:latin typeface="Montserrat"/>
              </a:defRPr>
            </a:pPr>
            <a:r>
              <a:t>&lt; 3%</a:t>
            </a:r>
          </a:p>
          <a:p>
            <a:pPr algn="ctr">
              <a:defRPr sz="850" b="1">
                <a:solidFill>
                  <a:srgbClr val="FFFFFF"/>
                </a:solidFill>
                <a:latin typeface="Inter"/>
              </a:defRPr>
            </a:pPr>
            <a:r>
              <a:t>SYSTEM CPU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5120640" cy="1280160"/>
          </a:xfrm>
          <a:prstGeom prst="roundRect">
            <a:avLst/>
          </a:prstGeom>
          <a:solidFill>
            <a:srgbClr val="141A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800" b="1">
                <a:solidFill>
                  <a:srgbClr val="05F0C8"/>
                </a:solidFill>
                <a:latin typeface="Montserrat"/>
              </a:defRPr>
            </a:pPr>
            <a:r>
              <a:t>&lt; 20ms</a:t>
            </a:r>
          </a:p>
          <a:p>
            <a:pPr algn="ctr">
              <a:defRPr sz="850" b="1">
                <a:solidFill>
                  <a:srgbClr val="FFFFFF"/>
                </a:solidFill>
                <a:latin typeface="Inter"/>
              </a:defRPr>
            </a:pPr>
            <a:r>
              <a:t>INCIDENT DETECTION RESPONSE SPEED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Development Scaling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I: Advanced Auth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Extend localized authentication to support multi-factor hardware keys (e.g. YubiKey via FIDO2 hooks) and modern biometric recognition layers (face/fingerprint) using built-in system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9319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7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II: Local Anomaly ML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Implement lightweight, client-side Machine Learning models (such as isolation forests) to learn normal file access behavior and flag abnormal background process reads without writing files to cloud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39319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Phase III: Encrypted Backups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Introduce optional end-to-end encrypted backup schemes. Allows event logs to sync to remote configurations or notify mobile devices of local intrusions without exposing details to server admins.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Montserrat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Secure Desktop Protection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1031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Project Deliverables Summary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- Standalone, local security shell that runs secondary verification locks over the OS window.</a:t>
            </a:r>
            <a:br/>
            <a:r>
              <a:t>- Lightweight, multi-threaded directory observer service logging all background access attempts.</a:t>
            </a:r>
            <a:br/>
            <a:r>
              <a:t>- Offline SQLite database securing hashes and logs locally under AES-256 standards.</a:t>
            </a:r>
            <a:br/>
            <a:r>
              <a:t>- Zero cloud dependencies ensuring total security sovereignty and metadata confidentiality.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2103120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05F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FFFFFF"/>
                </a:solidFill>
                <a:latin typeface="Montserrat"/>
              </a:defRPr>
            </a:pPr>
            <a:r>
              <a:t>Resolving the Identified Research Gap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Inter"/>
              </a:defRPr>
            </a:pPr>
            <a:r>
              <a:t>This application proves that high-fidelity anti-intrusion protections, folder logging, and brute-force blockouts can be deployed successfully without relying on continuous telemetry uploads to central cloud infrastructure. By keeping processing and data storage local, this project outlines a model for user-centric, privacy-first endpoint protection.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F2FE"/>
                </a:solidFill>
                <a:latin typeface="Montserrat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Inter"/>
              </a:defRPr>
            </a:pPr>
            <a:r>
              <a:t>EMAIL: project-info@university.edu</a:t>
            </a:r>
          </a:p>
          <a:p>
            <a:pPr>
              <a:defRPr sz="1100" b="1">
                <a:solidFill>
                  <a:srgbClr val="94A3B8"/>
                </a:solidFill>
                <a:latin typeface="Inter"/>
              </a:defRPr>
            </a:pPr>
            <a:r>
              <a:t>REPOSITORY: github.com/project-repository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Designed for the Computer Science &amp; Security Department  |  Academic Defense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